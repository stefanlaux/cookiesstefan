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F30353-0F69-4EE5-AA08-DF5E02D23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DFB558-9BFE-4948-AB4E-675AB311F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0C109C-6AA8-4395-B4C2-5385D698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A98DB5-9DE1-4439-91BD-C345C820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4583CD-59D0-40BB-B79E-7AAE67B3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640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0391FD-B7E0-4BEE-B640-64939348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FCF10F-F37E-451F-B647-B282D714A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89163A-8B31-4763-9302-F6F29186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301992-50C2-4E1B-8834-29784977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E54251-A750-40AB-9F38-9FF415B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429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661F6-CB89-4861-81FD-2D65D951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8E566C-EA94-405E-8ECA-3777D790E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6E2130-F2C0-4837-B1DC-F390A2A9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33D10C-2F9E-46E2-B0FB-94A05FDE3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64F2D7-4745-44B2-A56C-4B78CA73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439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6AD97-1C98-4B45-8178-DB223890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0FF994-F464-40A6-A146-DF4F9AEE4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B793F4-6CB3-4417-8D79-17FFC026B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1E1D66-E98E-49FF-93C3-5D057542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3BF072-F7FA-4503-82BC-49406C5F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382E26-0134-4531-A2D7-64E2687E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477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43A3C-DB5F-46BD-91F7-8C2C0B3C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F0284D-8494-4AD5-BD3E-6E15B5C93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B62F63-15DD-4491-85CB-9641A43C0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2895A8-92E3-49D8-9760-1147C8634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ECF95A7-F412-4C44-BC3C-6BCE016BE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1D1B25-653A-4507-BF9E-6D927B55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AEBE10-C646-40D0-8B7C-4972732A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C6417A-3132-4341-9750-B0755564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4040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B4937-0D19-4887-A5E4-775C8703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8CFC553-0D98-428C-9CC6-7542CF24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58D6C-A76B-4813-86FD-DB87DC455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E02FCE-BD5A-4FEF-BD10-1ACB8204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406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8D883D0-6831-442C-B59D-CB295669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3763386-77DE-4419-98AD-713B5185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043E36-4431-4BC1-91F7-5B9F81F1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597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ADC76-FF8C-4AF1-AD16-DBC5B444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D4461F-EA5D-401E-B993-09C5CE43F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90896C-009E-4985-AA25-7D0C0BBB0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1EBFD1-80C8-41AE-8030-601C8A66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17A32-FAC7-49B9-8BA5-E0A77E4F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D4AF23-BFE5-4470-BB10-79F2BE1D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4136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686AC-DB21-4083-A3C9-831CC241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E6CA94-18C7-4BD8-AE98-C01CB72AD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5B43B0-6082-4CD6-ACC1-73BBE1BF2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7C06E7-44C2-496B-AF4D-22B1EA76E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5FA224-6E99-44FC-9D04-188C1855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00FEF3-B7BA-47ED-ADE4-78E85406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696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8525E-29CA-439F-AD42-FD6B37A51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8F6BC6-3FB6-48C8-B06A-C5A972851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9C35DF-E903-427E-86AD-FE492A67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C09B49-2BD0-4A00-966A-894A91CC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E492BC-69C4-4646-A7BC-009511C5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502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EEC5922-0130-4DB9-8AC0-E833614C2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626418-6223-4CA3-B500-B1A7195F9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B6DA1C-BB95-4FAF-9047-A3FDCD6D9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EF5566-80B0-46A2-B7D6-2D3BD095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093016-3897-4CBE-9EFA-F393D0493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4408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9F0BB1-38CB-4113-8134-053E6F34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36BBA2-6D01-4DE0-8102-AE8555287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7716F2-27D4-40E7-9414-A752794BB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46CAA-BE70-4193-95ED-2646E5BFF1A9}" type="datetimeFigureOut">
              <a:rPr lang="de-CH" smtClean="0"/>
              <a:t>20.12.2021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991AC4-5BB4-4F08-B059-13FBE7F7B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DA1C64-2673-4C1A-A858-D3A9C0BA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F7C4D-015D-446E-BD87-6EF85F60B7C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7392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22746-3BCF-45AA-BC2E-75DA7343E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7505"/>
            <a:ext cx="9144000" cy="2387600"/>
          </a:xfrm>
        </p:spPr>
        <p:txBody>
          <a:bodyPr/>
          <a:lstStyle/>
          <a:p>
            <a:r>
              <a:rPr lang="de-CH" b="1" dirty="0">
                <a:latin typeface="MS Reference Sans Serif" panose="020B0604030504040204" pitchFamily="34" charset="0"/>
              </a:rPr>
              <a:t>STEFAN</a:t>
            </a:r>
            <a:r>
              <a:rPr lang="de-CH" u="sng" dirty="0">
                <a:latin typeface="MS Reference Sans Serif" panose="020B0604030504040204" pitchFamily="34" charset="0"/>
              </a:rPr>
              <a:t>UPDATE</a:t>
            </a:r>
          </a:p>
        </p:txBody>
      </p:sp>
    </p:spTree>
    <p:extLst>
      <p:ext uri="{BB962C8B-B14F-4D97-AF65-F5344CB8AC3E}">
        <p14:creationId xmlns:p14="http://schemas.microsoft.com/office/powerpoint/2010/main" val="3927458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MS Reference Sans Serif</vt:lpstr>
      <vt:lpstr>Office</vt:lpstr>
      <vt:lpstr>STEFANUPDATE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STEFANUPDATE</dc:title>
  <dc:creator>Laux Stefan</dc:creator>
  <cp:lastModifiedBy>Laux Stefan</cp:lastModifiedBy>
  <cp:revision>1</cp:revision>
  <dcterms:created xsi:type="dcterms:W3CDTF">2021-12-20T13:11:30Z</dcterms:created>
  <dcterms:modified xsi:type="dcterms:W3CDTF">2021-12-20T13:14:20Z</dcterms:modified>
</cp:coreProperties>
</file>